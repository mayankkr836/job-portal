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29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689EBF9-D150-45BC-A136-2B49947C6FDA}" type="datetimeFigureOut">
              <a:rPr lang="en-US" smtClean="0"/>
              <a:t>11/23/2019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89EBF9-D150-45BC-A136-2B49947C6FDA}" type="datetimeFigureOut">
              <a:rPr lang="en-US" smtClean="0"/>
              <a:t>11/23/2019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89EBF9-D150-45BC-A136-2B49947C6FDA}" type="datetimeFigureOut">
              <a:rPr lang="en-US" smtClean="0"/>
              <a:t>11/23/2019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689EBF9-D150-45BC-A136-2B49947C6FDA}" type="datetimeFigureOut">
              <a:rPr lang="en-US" smtClean="0"/>
              <a:t>11/23/2019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689EBF9-D150-45BC-A136-2B49947C6FDA}" type="datetimeFigureOut">
              <a:rPr lang="en-US" smtClean="0"/>
              <a:t>11/23/2019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689EBF9-D150-45BC-A136-2B49947C6FDA}" type="datetimeFigureOut">
              <a:rPr lang="en-US" smtClean="0"/>
              <a:t>11/23/2019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89EBF9-D150-45BC-A136-2B49947C6FDA}" type="datetimeFigureOut">
              <a:rPr lang="en-US" smtClean="0"/>
              <a:t>11/23/2019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89EBF9-D150-45BC-A136-2B49947C6FDA}" type="datetimeFigureOut">
              <a:rPr lang="en-US" smtClean="0"/>
              <a:t>11/23/2019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89EBF9-D150-45BC-A136-2B49947C6FDA}" type="datetimeFigureOut">
              <a:rPr lang="en-US" smtClean="0"/>
              <a:t>11/23/2019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89EBF9-D150-45BC-A136-2B49947C6FDA}" type="datetimeFigureOut">
              <a:rPr lang="en-US" smtClean="0"/>
              <a:t>11/23/2019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89EBF9-D150-45BC-A136-2B49947C6FDA}" type="datetimeFigureOut">
              <a:rPr lang="en-US" smtClean="0"/>
              <a:t>11/23/2019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255185-CB95-4B36-A218-496EC454DE4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89EBF9-D150-45BC-A136-2B49947C6FDA}" type="datetimeFigureOut">
              <a:rPr lang="en-US" smtClean="0"/>
              <a:t>11/23/2019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255185-CB95-4B36-A218-496EC454DE4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28600"/>
            <a:ext cx="7772400" cy="1470025"/>
          </a:xfrm>
        </p:spPr>
        <p:txBody>
          <a:bodyPr>
            <a:normAutofit/>
          </a:bodyPr>
          <a:lstStyle/>
          <a:p>
            <a:r>
              <a:rPr lang="en-US" sz="5400" b="1" u="sng" dirty="0" smtClean="0">
                <a:solidFill>
                  <a:srgbClr val="00B0F0"/>
                </a:solidFill>
                <a:latin typeface="Adobe Devanagari" pitchFamily="18" charset="0"/>
                <a:cs typeface="Adobe Devanagari" pitchFamily="18" charset="0"/>
              </a:rPr>
              <a:t>Online Job Portal</a:t>
            </a:r>
            <a:endParaRPr lang="en-US" sz="5400" b="1" u="sng" dirty="0">
              <a:solidFill>
                <a:srgbClr val="00B0F0"/>
              </a:solidFill>
              <a:latin typeface="Adobe Devanagari" pitchFamily="18" charset="0"/>
              <a:cs typeface="Adobe Devanagari" pitchFamily="18" charset="0"/>
            </a:endParaRPr>
          </a:p>
        </p:txBody>
      </p:sp>
      <p:sp>
        <p:nvSpPr>
          <p:cNvPr id="3" name="Subtitle 2"/>
          <p:cNvSpPr>
            <a:spLocks noGrp="1"/>
          </p:cNvSpPr>
          <p:nvPr>
            <p:ph type="subTitle" idx="1"/>
          </p:nvPr>
        </p:nvSpPr>
        <p:spPr>
          <a:xfrm>
            <a:off x="1219200" y="1447800"/>
            <a:ext cx="6400800" cy="5029200"/>
          </a:xfrm>
        </p:spPr>
        <p:txBody>
          <a:bodyPr>
            <a:normAutofit/>
          </a:bodyPr>
          <a:lstStyle/>
          <a:p>
            <a:r>
              <a:rPr lang="en-US" b="1" dirty="0">
                <a:solidFill>
                  <a:schemeClr val="tx1">
                    <a:lumMod val="85000"/>
                    <a:lumOff val="15000"/>
                  </a:schemeClr>
                </a:solidFill>
                <a:latin typeface="Adobe Heiti Std R" pitchFamily="34" charset="-128"/>
                <a:ea typeface="Adobe Heiti Std R" pitchFamily="34" charset="-128"/>
              </a:rPr>
              <a:t>Job portal is an application which connects employer and job seekers where employers are the source of the resources and the job seeker can find and apply for their targeted job.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1470025"/>
          </a:xfrm>
        </p:spPr>
        <p:txBody>
          <a:bodyPr/>
          <a:lstStyle/>
          <a:p>
            <a:r>
              <a:rPr lang="en-US" b="1" u="sng" dirty="0">
                <a:solidFill>
                  <a:srgbClr val="00B0F0"/>
                </a:solidFill>
              </a:rPr>
              <a:t>Need for new </a:t>
            </a:r>
            <a:r>
              <a:rPr lang="en-US" b="1" u="sng" dirty="0" smtClean="0">
                <a:solidFill>
                  <a:srgbClr val="00B0F0"/>
                </a:solidFill>
              </a:rPr>
              <a:t>System</a:t>
            </a:r>
            <a:endParaRPr lang="en-US" u="sng" dirty="0">
              <a:solidFill>
                <a:srgbClr val="00B0F0"/>
              </a:solidFill>
            </a:endParaRPr>
          </a:p>
        </p:txBody>
      </p:sp>
      <p:sp>
        <p:nvSpPr>
          <p:cNvPr id="3" name="Subtitle 2"/>
          <p:cNvSpPr>
            <a:spLocks noGrp="1"/>
          </p:cNvSpPr>
          <p:nvPr>
            <p:ph type="subTitle" idx="1"/>
          </p:nvPr>
        </p:nvSpPr>
        <p:spPr>
          <a:xfrm>
            <a:off x="1219200" y="1371600"/>
            <a:ext cx="6400800" cy="4419600"/>
          </a:xfrm>
        </p:spPr>
        <p:txBody>
          <a:bodyPr>
            <a:normAutofit lnSpcReduction="10000"/>
          </a:bodyPr>
          <a:lstStyle/>
          <a:p>
            <a:r>
              <a:rPr lang="en-US" b="1" dirty="0">
                <a:solidFill>
                  <a:schemeClr val="tx1">
                    <a:lumMod val="95000"/>
                    <a:lumOff val="5000"/>
                  </a:schemeClr>
                </a:solidFill>
                <a:latin typeface="Adobe Heiti Std R" pitchFamily="34" charset="-128"/>
                <a:ea typeface="Adobe Heiti Std R" pitchFamily="34" charset="-128"/>
              </a:rPr>
              <a:t>1. Proposed Job Portal system consists of 3 modules: Job Seeker, Employer and Administrator.</a:t>
            </a:r>
          </a:p>
          <a:p>
            <a:r>
              <a:rPr lang="en-US" b="1" dirty="0">
                <a:solidFill>
                  <a:schemeClr val="tx1">
                    <a:lumMod val="95000"/>
                    <a:lumOff val="5000"/>
                  </a:schemeClr>
                </a:solidFill>
                <a:latin typeface="Adobe Heiti Std R" pitchFamily="34" charset="-128"/>
                <a:ea typeface="Adobe Heiti Std R" pitchFamily="34" charset="-128"/>
              </a:rPr>
              <a:t>2. Online Job Portal will provide the fast operation and low cost expense than old system.</a:t>
            </a:r>
          </a:p>
          <a:p>
            <a:r>
              <a:rPr lang="en-US" b="1" dirty="0">
                <a:solidFill>
                  <a:schemeClr val="tx1">
                    <a:lumMod val="95000"/>
                    <a:lumOff val="5000"/>
                  </a:schemeClr>
                </a:solidFill>
                <a:latin typeface="Adobe Heiti Std R" pitchFamily="34" charset="-128"/>
                <a:ea typeface="Adobe Heiti Std R" pitchFamily="34" charset="-128"/>
              </a:rPr>
              <a:t>3. Easy job search, which is a job seeker need</a:t>
            </a:r>
          </a:p>
          <a:p>
            <a:endParaRPr 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solidFill>
                  <a:srgbClr val="00B0F0"/>
                </a:solidFill>
              </a:rPr>
              <a:t>SOFTWARE </a:t>
            </a:r>
            <a:r>
              <a:rPr lang="en-US" b="1" u="sng" dirty="0" smtClean="0">
                <a:solidFill>
                  <a:srgbClr val="00B0F0"/>
                </a:solidFill>
              </a:rPr>
              <a:t>REQUIREMENT</a:t>
            </a:r>
            <a:endParaRPr lang="en-US" u="sng" dirty="0">
              <a:solidFill>
                <a:srgbClr val="00B0F0"/>
              </a:solidFill>
            </a:endParaRPr>
          </a:p>
        </p:txBody>
      </p:sp>
      <p:sp>
        <p:nvSpPr>
          <p:cNvPr id="3" name="Content Placeholder 2"/>
          <p:cNvSpPr>
            <a:spLocks noGrp="1"/>
          </p:cNvSpPr>
          <p:nvPr>
            <p:ph idx="1"/>
          </p:nvPr>
        </p:nvSpPr>
        <p:spPr/>
        <p:txBody>
          <a:bodyPr/>
          <a:lstStyle/>
          <a:p>
            <a:pPr>
              <a:buNone/>
            </a:pPr>
            <a:r>
              <a:rPr lang="en-US" dirty="0"/>
              <a:t>Operating System : Window XP, Windows </a:t>
            </a:r>
            <a:r>
              <a:rPr lang="en-US" dirty="0" smtClean="0"/>
              <a:t>7 (mini.)</a:t>
            </a:r>
          </a:p>
          <a:p>
            <a:pPr>
              <a:buNone/>
            </a:pPr>
            <a:r>
              <a:rPr lang="en-US" dirty="0" smtClean="0"/>
              <a:t>Front </a:t>
            </a:r>
            <a:r>
              <a:rPr lang="en-US" dirty="0"/>
              <a:t>–End : HTML, Java Script, </a:t>
            </a:r>
            <a:r>
              <a:rPr lang="en-US" dirty="0" smtClean="0"/>
              <a:t>PHP</a:t>
            </a:r>
            <a:endParaRPr lang="en-US" dirty="0"/>
          </a:p>
          <a:p>
            <a:pPr>
              <a:buNone/>
            </a:pPr>
            <a:r>
              <a:rPr lang="en-US" dirty="0" smtClean="0"/>
              <a:t>Back-End </a:t>
            </a:r>
            <a:r>
              <a:rPr lang="en-US" dirty="0"/>
              <a:t>: PHP, </a:t>
            </a:r>
            <a:r>
              <a:rPr lang="en-US" dirty="0" smtClean="0"/>
              <a:t>MYSQL</a:t>
            </a:r>
            <a:endParaRPr lang="en-US" dirty="0"/>
          </a:p>
          <a:p>
            <a:pPr>
              <a:buNone/>
            </a:pPr>
            <a:r>
              <a:rPr lang="en-US" dirty="0" smtClean="0"/>
              <a:t>Supporting </a:t>
            </a:r>
            <a:r>
              <a:rPr lang="en-US" dirty="0"/>
              <a:t>Server : Apache Tomcat </a:t>
            </a:r>
            <a:r>
              <a:rPr lang="en-US" dirty="0" smtClean="0"/>
              <a:t>5.5 </a:t>
            </a:r>
            <a:r>
              <a:rPr lang="en-US" dirty="0" err="1" smtClean="0"/>
              <a:t>WampServer</a:t>
            </a:r>
            <a:r>
              <a:rPr lang="en-US" dirty="0" smtClean="0"/>
              <a:t>, </a:t>
            </a:r>
            <a:r>
              <a:rPr lang="en-US" dirty="0" err="1" smtClean="0"/>
              <a:t>Xampp</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Screen </a:t>
            </a:r>
            <a:r>
              <a:rPr lang="en-US" b="1" u="sng" dirty="0" smtClean="0"/>
              <a:t>Shots:</a:t>
            </a:r>
            <a:r>
              <a:rPr lang="en-US" u="sng" dirty="0"/>
              <a:t/>
            </a:r>
            <a:br>
              <a:rPr lang="en-US" u="sng" dirty="0"/>
            </a:br>
            <a:r>
              <a:rPr lang="en-US" b="1" u="sng" dirty="0"/>
              <a:t>Job Portal Home Page</a:t>
            </a:r>
            <a:endParaRPr lang="en-US" u="sng" dirty="0"/>
          </a:p>
        </p:txBody>
      </p:sp>
      <p:sp>
        <p:nvSpPr>
          <p:cNvPr id="3" name="Content Placeholder 2"/>
          <p:cNvSpPr>
            <a:spLocks noGrp="1"/>
          </p:cNvSpPr>
          <p:nvPr>
            <p:ph idx="1"/>
          </p:nvPr>
        </p:nvSpPr>
        <p:spPr/>
        <p:txBody>
          <a:bodyPr/>
          <a:lstStyle/>
          <a:p>
            <a:endParaRPr lang="en-US"/>
          </a:p>
        </p:txBody>
      </p:sp>
      <p:pic>
        <p:nvPicPr>
          <p:cNvPr id="1026" name="Picture 2" descr="C:\Users\lenovo\OneDrive\Pictures\Screenshots\Screenshot (16).png"/>
          <p:cNvPicPr>
            <a:picLocks noChangeAspect="1" noChangeArrowheads="1"/>
          </p:cNvPicPr>
          <p:nvPr/>
        </p:nvPicPr>
        <p:blipFill>
          <a:blip r:embed="rId2" cstate="print"/>
          <a:srcRect/>
          <a:stretch>
            <a:fillRect/>
          </a:stretch>
        </p:blipFill>
        <p:spPr bwMode="auto">
          <a:xfrm>
            <a:off x="457200" y="1636653"/>
            <a:ext cx="8229600" cy="4459347"/>
          </a:xfrm>
          <a:prstGeom prst="rect">
            <a:avLst/>
          </a:prstGeom>
          <a:ln>
            <a:noFill/>
          </a:ln>
          <a:effectLst>
            <a:softEdge rad="11250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Employee Registration Page</a:t>
            </a:r>
            <a:endParaRPr lang="en-US" u="sng" dirty="0"/>
          </a:p>
        </p:txBody>
      </p:sp>
      <p:sp>
        <p:nvSpPr>
          <p:cNvPr id="3" name="Content Placeholder 2"/>
          <p:cNvSpPr>
            <a:spLocks noGrp="1"/>
          </p:cNvSpPr>
          <p:nvPr>
            <p:ph idx="1"/>
          </p:nvPr>
        </p:nvSpPr>
        <p:spPr/>
        <p:txBody>
          <a:bodyPr/>
          <a:lstStyle/>
          <a:p>
            <a:endParaRPr lang="en-US" dirty="0"/>
          </a:p>
        </p:txBody>
      </p:sp>
      <p:pic>
        <p:nvPicPr>
          <p:cNvPr id="2050" name="Picture 2" descr="C:\Users\lenovo\OneDrive\Pictures\Screenshots\Screenshot (22).png"/>
          <p:cNvPicPr>
            <a:picLocks noChangeAspect="1" noChangeArrowheads="1"/>
          </p:cNvPicPr>
          <p:nvPr/>
        </p:nvPicPr>
        <p:blipFill>
          <a:blip r:embed="rId2" cstate="print"/>
          <a:srcRect/>
          <a:stretch>
            <a:fillRect/>
          </a:stretch>
        </p:blipFill>
        <p:spPr bwMode="auto">
          <a:xfrm>
            <a:off x="0" y="1295400"/>
            <a:ext cx="9144000" cy="5562600"/>
          </a:xfrm>
          <a:prstGeom prst="rect">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Manage Job Page</a:t>
            </a:r>
            <a:endParaRPr lang="en-US" u="sng" dirty="0"/>
          </a:p>
        </p:txBody>
      </p:sp>
      <p:sp>
        <p:nvSpPr>
          <p:cNvPr id="3" name="Content Placeholder 2"/>
          <p:cNvSpPr>
            <a:spLocks noGrp="1"/>
          </p:cNvSpPr>
          <p:nvPr>
            <p:ph idx="1"/>
          </p:nvPr>
        </p:nvSpPr>
        <p:spPr/>
        <p:txBody>
          <a:bodyPr/>
          <a:lstStyle/>
          <a:p>
            <a:endParaRPr lang="en-US" dirty="0"/>
          </a:p>
        </p:txBody>
      </p:sp>
      <p:pic>
        <p:nvPicPr>
          <p:cNvPr id="3075" name="Picture 3" descr="C:\Users\lenovo\OneDrive\Pictures\Screenshots\Screenshot (26).png"/>
          <p:cNvPicPr>
            <a:picLocks noChangeAspect="1" noChangeArrowheads="1"/>
          </p:cNvPicPr>
          <p:nvPr/>
        </p:nvPicPr>
        <p:blipFill>
          <a:blip r:embed="rId2" cstate="print"/>
          <a:srcRect/>
          <a:stretch>
            <a:fillRect/>
          </a:stretch>
        </p:blipFill>
        <p:spPr bwMode="auto">
          <a:xfrm>
            <a:off x="0" y="1259141"/>
            <a:ext cx="9144000" cy="559885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Admin </a:t>
            </a:r>
            <a:r>
              <a:rPr lang="en-US" b="1" u="sng" dirty="0" smtClean="0"/>
              <a:t>Page: Employer</a:t>
            </a:r>
            <a:endParaRPr lang="en-US" u="sng" dirty="0"/>
          </a:p>
        </p:txBody>
      </p:sp>
      <p:sp>
        <p:nvSpPr>
          <p:cNvPr id="3" name="Content Placeholder 2"/>
          <p:cNvSpPr>
            <a:spLocks noGrp="1"/>
          </p:cNvSpPr>
          <p:nvPr>
            <p:ph idx="1"/>
          </p:nvPr>
        </p:nvSpPr>
        <p:spPr/>
        <p:txBody>
          <a:bodyPr/>
          <a:lstStyle/>
          <a:p>
            <a:endParaRPr lang="en-US"/>
          </a:p>
        </p:txBody>
      </p:sp>
      <p:pic>
        <p:nvPicPr>
          <p:cNvPr id="4099" name="Picture 3" descr="C:\Users\lenovo\OneDrive\Pictures\Screenshots\Screenshot (25).png"/>
          <p:cNvPicPr>
            <a:picLocks noChangeAspect="1" noChangeArrowheads="1"/>
          </p:cNvPicPr>
          <p:nvPr/>
        </p:nvPicPr>
        <p:blipFill>
          <a:blip r:embed="rId2" cstate="print"/>
          <a:srcRect/>
          <a:stretch>
            <a:fillRect/>
          </a:stretch>
        </p:blipFill>
        <p:spPr bwMode="auto">
          <a:xfrm>
            <a:off x="0" y="1452820"/>
            <a:ext cx="9144000" cy="5405180"/>
          </a:xfrm>
          <a:prstGeom prst="rect">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Admin Page: Job Seeker</a:t>
            </a:r>
            <a:endParaRPr lang="en-US" u="sng" dirty="0"/>
          </a:p>
        </p:txBody>
      </p:sp>
      <p:sp>
        <p:nvSpPr>
          <p:cNvPr id="3" name="Content Placeholder 2"/>
          <p:cNvSpPr>
            <a:spLocks noGrp="1"/>
          </p:cNvSpPr>
          <p:nvPr>
            <p:ph idx="1"/>
          </p:nvPr>
        </p:nvSpPr>
        <p:spPr/>
        <p:txBody>
          <a:bodyPr/>
          <a:lstStyle/>
          <a:p>
            <a:endParaRPr lang="en-US" dirty="0"/>
          </a:p>
        </p:txBody>
      </p:sp>
      <p:pic>
        <p:nvPicPr>
          <p:cNvPr id="5122" name="Picture 2" descr="C:\Users\lenovo\OneDrive\Pictures\Screenshots\Screenshot (24).png"/>
          <p:cNvPicPr>
            <a:picLocks noChangeAspect="1" noChangeArrowheads="1"/>
          </p:cNvPicPr>
          <p:nvPr/>
        </p:nvPicPr>
        <p:blipFill>
          <a:blip r:embed="rId2" cstate="print"/>
          <a:srcRect/>
          <a:stretch>
            <a:fillRect/>
          </a:stretch>
        </p:blipFill>
        <p:spPr bwMode="auto">
          <a:xfrm>
            <a:off x="0" y="1371600"/>
            <a:ext cx="9144000" cy="5486400"/>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Contact With Company</a:t>
            </a:r>
            <a:endParaRPr lang="en-US" u="sng" dirty="0"/>
          </a:p>
        </p:txBody>
      </p:sp>
      <p:sp>
        <p:nvSpPr>
          <p:cNvPr id="3" name="Content Placeholder 2"/>
          <p:cNvSpPr>
            <a:spLocks noGrp="1"/>
          </p:cNvSpPr>
          <p:nvPr>
            <p:ph idx="1"/>
          </p:nvPr>
        </p:nvSpPr>
        <p:spPr/>
        <p:txBody>
          <a:bodyPr/>
          <a:lstStyle/>
          <a:p>
            <a:endParaRPr lang="en-US"/>
          </a:p>
        </p:txBody>
      </p:sp>
      <p:pic>
        <p:nvPicPr>
          <p:cNvPr id="6146" name="Picture 2" descr="C:\Users\lenovo\OneDrive\Pictures\Screenshots\Screenshot (20).png"/>
          <p:cNvPicPr>
            <a:picLocks noChangeAspect="1" noChangeArrowheads="1"/>
          </p:cNvPicPr>
          <p:nvPr/>
        </p:nvPicPr>
        <p:blipFill>
          <a:blip r:embed="rId2" cstate="print"/>
          <a:srcRect/>
          <a:stretch>
            <a:fillRect/>
          </a:stretch>
        </p:blipFill>
        <p:spPr bwMode="auto">
          <a:xfrm>
            <a:off x="0" y="1447800"/>
            <a:ext cx="9144000" cy="5410200"/>
          </a:xfrm>
          <a:prstGeom prst="rect">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Updates &amp; Notifications</a:t>
            </a:r>
            <a:endParaRPr lang="en-US" u="sng" dirty="0"/>
          </a:p>
        </p:txBody>
      </p:sp>
      <p:sp>
        <p:nvSpPr>
          <p:cNvPr id="3" name="Content Placeholder 2"/>
          <p:cNvSpPr>
            <a:spLocks noGrp="1"/>
          </p:cNvSpPr>
          <p:nvPr>
            <p:ph idx="1"/>
          </p:nvPr>
        </p:nvSpPr>
        <p:spPr/>
        <p:txBody>
          <a:bodyPr/>
          <a:lstStyle/>
          <a:p>
            <a:endParaRPr lang="en-US"/>
          </a:p>
        </p:txBody>
      </p:sp>
      <p:pic>
        <p:nvPicPr>
          <p:cNvPr id="7170" name="Picture 2" descr="C:\Users\lenovo\OneDrive\Pictures\Screenshots\Screenshot (21).png"/>
          <p:cNvPicPr>
            <a:picLocks noChangeAspect="1" noChangeArrowheads="1"/>
          </p:cNvPicPr>
          <p:nvPr/>
        </p:nvPicPr>
        <p:blipFill>
          <a:blip r:embed="rId2" cstate="print"/>
          <a:srcRect/>
          <a:stretch>
            <a:fillRect/>
          </a:stretch>
        </p:blipFill>
        <p:spPr bwMode="auto">
          <a:xfrm>
            <a:off x="0" y="1447800"/>
            <a:ext cx="9144000" cy="5410200"/>
          </a:xfrm>
          <a:prstGeom prst="rect">
            <a:avLst/>
          </a:prstGeom>
          <a:ln>
            <a:noFill/>
          </a:ln>
          <a:effectLst>
            <a:softEdge rad="112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 </a:t>
            </a:r>
            <a:r>
              <a:rPr lang="en-US" b="1" u="sng" dirty="0" smtClean="0"/>
              <a:t>Database SQL</a:t>
            </a:r>
            <a:endParaRPr lang="en-US" dirty="0"/>
          </a:p>
        </p:txBody>
      </p:sp>
      <p:sp>
        <p:nvSpPr>
          <p:cNvPr id="3" name="Content Placeholder 2"/>
          <p:cNvSpPr>
            <a:spLocks noGrp="1"/>
          </p:cNvSpPr>
          <p:nvPr>
            <p:ph idx="1"/>
          </p:nvPr>
        </p:nvSpPr>
        <p:spPr/>
        <p:txBody>
          <a:bodyPr/>
          <a:lstStyle/>
          <a:p>
            <a:endParaRPr lang="en-US" dirty="0"/>
          </a:p>
        </p:txBody>
      </p:sp>
      <p:pic>
        <p:nvPicPr>
          <p:cNvPr id="8194" name="Picture 2" descr="C:\Users\lenovo\OneDrive\Pictures\Screenshots\Screenshot (17).png"/>
          <p:cNvPicPr>
            <a:picLocks noChangeAspect="1" noChangeArrowheads="1"/>
          </p:cNvPicPr>
          <p:nvPr/>
        </p:nvPicPr>
        <p:blipFill>
          <a:blip r:embed="rId2" cstate="print"/>
          <a:srcRect/>
          <a:stretch>
            <a:fillRect/>
          </a:stretch>
        </p:blipFill>
        <p:spPr bwMode="auto">
          <a:xfrm>
            <a:off x="0" y="1219200"/>
            <a:ext cx="9144000" cy="5638800"/>
          </a:xfrm>
          <a:prstGeom prst="rect">
            <a:avLst/>
          </a:prstGeom>
          <a:ln>
            <a:noFill/>
          </a:ln>
          <a:effectLst>
            <a:softEdge rad="112500"/>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121</Words>
  <Application>Microsoft Office PowerPoint</Application>
  <PresentationFormat>On-screen Show (4:3)</PresentationFormat>
  <Paragraphs>19</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Online Job Portal</vt:lpstr>
      <vt:lpstr>Need for new System</vt:lpstr>
      <vt:lpstr>SOFTWARE REQUIREMENT</vt:lpstr>
      <vt:lpstr>Screen Shots: Job Portal Home Page</vt:lpstr>
      <vt:lpstr>Employee Registration Page</vt:lpstr>
      <vt:lpstr>Manage Job Page</vt:lpstr>
      <vt:lpstr>Admin Page: Employer</vt:lpstr>
      <vt:lpstr>Admin Page: Job Seeker</vt:lpstr>
      <vt:lpstr>Contact With Company</vt:lpstr>
      <vt:lpstr>Updates &amp; Notifications</vt:lpstr>
      <vt:lpstr> Database SQL</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Job Portal</dc:title>
  <dc:creator>Windows User</dc:creator>
  <cp:lastModifiedBy>Windows User</cp:lastModifiedBy>
  <cp:revision>14</cp:revision>
  <dcterms:created xsi:type="dcterms:W3CDTF">2019-11-23T09:43:21Z</dcterms:created>
  <dcterms:modified xsi:type="dcterms:W3CDTF">2019-11-23T10:11:34Z</dcterms:modified>
</cp:coreProperties>
</file>